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9" r:id="rId3"/>
    <p:sldId id="268" r:id="rId4"/>
    <p:sldId id="263" r:id="rId5"/>
    <p:sldId id="264" r:id="rId6"/>
    <p:sldId id="267" r:id="rId7"/>
    <p:sldId id="265" r:id="rId8"/>
    <p:sldId id="266" r:id="rId9"/>
    <p:sldId id="262" r:id="rId10"/>
    <p:sldId id="261" r:id="rId11"/>
    <p:sldId id="260" r:id="rId12"/>
    <p:sldId id="259" r:id="rId13"/>
    <p:sldId id="258" r:id="rId14"/>
    <p:sldId id="257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14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0" y="0"/>
            <a:ext cx="50292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RDPlay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para el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Memoria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4114800" cy="4114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9718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Dispositivos Móviles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383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por: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8620" y="3812890"/>
            <a:ext cx="3691496" cy="58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7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Edgar Eduardo Arias Rosado                                            - 100044023</a:t>
            </a:r>
          </a:p>
          <a:p>
            <a:r>
              <a:rPr lang="es-ES" sz="7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Luis </a:t>
            </a:r>
            <a:r>
              <a:rPr lang="es-ES" sz="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Miguel Rosario Suarez </a:t>
            </a:r>
            <a:r>
              <a:rPr lang="es-ES" sz="7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                                          - 100044008</a:t>
            </a:r>
            <a:endParaRPr lang="es-ES" sz="7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r>
              <a:rPr lang="es-ES" sz="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Bryan Antonio Beltrán </a:t>
            </a:r>
            <a:r>
              <a:rPr lang="es-ES" sz="7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Capellán                                       - 1000-33847</a:t>
            </a:r>
          </a:p>
          <a:p>
            <a:r>
              <a:rPr lang="es-ES" sz="7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José Carlos Hernández Ventura matricula                       - 100044624</a:t>
            </a:r>
          </a:p>
          <a:p>
            <a:r>
              <a:rPr lang="es-ES" sz="7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Brenda </a:t>
            </a:r>
            <a:r>
              <a:rPr lang="es-ES" sz="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Robles </a:t>
            </a:r>
            <a:r>
              <a:rPr lang="es-ES" sz="7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                                                               - 100067220</a:t>
            </a:r>
            <a:endParaRPr lang="es-ES" sz="7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57800" y="274320"/>
            <a:ext cx="3566160" cy="4572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chemeClr val="tx1">
              <a:alpha val="55000"/>
            </a:scheme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1645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RDPlay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5120640" y="25603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🇩🇴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512064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· Memoria · Diversión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64592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Pantalla de Inicio — RDPlay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0275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" y="731520"/>
            <a:ext cx="2523744" cy="4663440"/>
          </a:xfrm>
          <a:prstGeom prst="rect">
            <a:avLst/>
          </a:prstGeom>
          <a:solidFill>
            <a:srgbClr val="E8ECF0"/>
          </a:solidFill>
          <a:ln w="12700">
            <a:solidFill>
              <a:srgbClr val="CCCCCC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77240"/>
            <a:ext cx="2377440" cy="4572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RDPlay 🇩🇴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261872"/>
            <a:ext cx="5669280" cy="3566160"/>
          </a:xfrm>
          <a:prstGeom prst="rect">
            <a:avLst/>
          </a:prstGeom>
          <a:solidFill>
            <a:srgbClr val="F0F2F5"/>
          </a:solidFill>
          <a:ln w="12700">
            <a:solidFill>
              <a:srgbClr val="DCDC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261872"/>
            <a:ext cx="109728" cy="3566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13716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 de RDPlay: saluda al jugador por su nombre e invita a elegir entre los tres modos de juego disponibles. Acceso directo a ¿Sabes o no sabes?, Multijugador BT y Pareja Criolla.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" y="4864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Dispositivos Móviles  |  Grupo #3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64592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Lobby — Vista Principal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0275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" y="731520"/>
            <a:ext cx="2523744" cy="4663440"/>
          </a:xfrm>
          <a:prstGeom prst="rect">
            <a:avLst/>
          </a:prstGeom>
          <a:solidFill>
            <a:srgbClr val="E8ECF0"/>
          </a:solidFill>
          <a:ln w="12700">
            <a:solidFill>
              <a:srgbClr val="CCCCCC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77240"/>
            <a:ext cx="2377440" cy="4572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RDPlay 🇩🇴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261872"/>
            <a:ext cx="5669280" cy="3566160"/>
          </a:xfrm>
          <a:prstGeom prst="rect">
            <a:avLst/>
          </a:prstGeom>
          <a:solidFill>
            <a:srgbClr val="F0F2F5"/>
          </a:solidFill>
          <a:ln w="12700">
            <a:solidFill>
              <a:srgbClr val="DCDC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261872"/>
            <a:ext cx="109728" cy="3566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13716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completa del lobby: opciones para crear sala o unirse con código, detección Bluetooth de jugadores cercanos y listado de jugadores en línea. Todo lo necesario para armar una partida en segundos.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" y="4864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Dispositivos Móviles  |  Grupo #3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64592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Lobby — Salas Activas y Jugadores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0275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" y="731520"/>
            <a:ext cx="2523744" cy="4663440"/>
          </a:xfrm>
          <a:prstGeom prst="rect">
            <a:avLst/>
          </a:prstGeom>
          <a:solidFill>
            <a:srgbClr val="E8ECF0"/>
          </a:solidFill>
          <a:ln w="12700">
            <a:solidFill>
              <a:srgbClr val="CCCCCC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77240"/>
            <a:ext cx="2377440" cy="4572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RDPlay 🇩🇴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261872"/>
            <a:ext cx="5669280" cy="3566160"/>
          </a:xfrm>
          <a:prstGeom prst="rect">
            <a:avLst/>
          </a:prstGeom>
          <a:solidFill>
            <a:srgbClr val="F0F2F5"/>
          </a:solidFill>
          <a:ln w="12700">
            <a:solidFill>
              <a:srgbClr val="DCDC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261872"/>
            <a:ext cx="109728" cy="3566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13716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del lobby en vivo: muestra jugadores conectados disponibles para invitar, salas activas con el modo de juego y cupos disponibles. Todo actualizado en tiempo real para una experiencia fluida.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" y="4864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Dispositivos Móviles  |  Grupo #3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64592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Menú de Retos — Minijuegos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0275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" y="731520"/>
            <a:ext cx="2523744" cy="4663440"/>
          </a:xfrm>
          <a:prstGeom prst="rect">
            <a:avLst/>
          </a:prstGeom>
          <a:solidFill>
            <a:srgbClr val="E8ECF0"/>
          </a:solidFill>
          <a:ln w="12700">
            <a:solidFill>
              <a:srgbClr val="CCCCCC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77240"/>
            <a:ext cx="2377440" cy="4572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RDPlay 🇩🇴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261872"/>
            <a:ext cx="5669280" cy="3566160"/>
          </a:xfrm>
          <a:prstGeom prst="rect">
            <a:avLst/>
          </a:prstGeom>
          <a:solidFill>
            <a:srgbClr val="F0F2F5"/>
          </a:solidFill>
          <a:ln w="12700">
            <a:solidFill>
              <a:srgbClr val="DCDC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261872"/>
            <a:ext cx="109728" cy="3566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13716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de Retos donde el jugador elige entre tres minijuegos: Pareja Criolla (memoria 4×4), ¡Dale el orden! (secuencia) y ¿Sabes o no sabes? (trivia). Cada reto suma al ranking global.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" y="4864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Dispositivos Móviles  |  Grupo #3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64592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Perfil del Jugador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0275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" y="731520"/>
            <a:ext cx="2523744" cy="4663440"/>
          </a:xfrm>
          <a:prstGeom prst="rect">
            <a:avLst/>
          </a:prstGeom>
          <a:solidFill>
            <a:srgbClr val="E8ECF0"/>
          </a:solidFill>
          <a:ln w="12700">
            <a:solidFill>
              <a:srgbClr val="CCCCCC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77240"/>
            <a:ext cx="2377440" cy="4572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RDPlay 🇩🇴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261872"/>
            <a:ext cx="5669280" cy="3566160"/>
          </a:xfrm>
          <a:prstGeom prst="rect">
            <a:avLst/>
          </a:prstGeom>
          <a:solidFill>
            <a:srgbClr val="F0F2F5"/>
          </a:solidFill>
          <a:ln w="12700">
            <a:solidFill>
              <a:srgbClr val="DCDC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261872"/>
            <a:ext cx="109728" cy="3566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13716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de perfil donde el jugador personaliza su nombre de usuario. Los puntos se guardan localmente en el dispositivo. El nombre elegido aparece en el inicio y en el lobby para identificarte entre tus panas.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" y="4864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Dispositivos Móviles  |  Grupo #3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64592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Pareja Criolla — Selector de Dificultad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0275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" y="731520"/>
            <a:ext cx="2523744" cy="4663440"/>
          </a:xfrm>
          <a:prstGeom prst="rect">
            <a:avLst/>
          </a:prstGeom>
          <a:solidFill>
            <a:srgbClr val="E8ECF0"/>
          </a:solidFill>
          <a:ln w="12700">
            <a:solidFill>
              <a:srgbClr val="CCCCCC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77240"/>
            <a:ext cx="2377440" cy="4572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RDPlay 🇩🇴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261872"/>
            <a:ext cx="5669280" cy="3566160"/>
          </a:xfrm>
          <a:prstGeom prst="rect">
            <a:avLst/>
          </a:prstGeom>
          <a:solidFill>
            <a:srgbClr val="F0F2F5"/>
          </a:solidFill>
          <a:ln w="12700">
            <a:solidFill>
              <a:srgbClr val="DCDC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261872"/>
            <a:ext cx="109728" cy="3566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13716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jugador elige entre tres niveles: Fácil (6 pares), Medio (12 pares) y Difícil (18 pares). A mayor dificultad, más cartas y mayor exigencia de memoria. ¿Eres un reto de campeón?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" y="4864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Dispositivos Móviles  |  Grupo #3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64592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¿Sabes o no sabes? — Selector de Dificultad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0275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" y="731520"/>
            <a:ext cx="2523744" cy="4663440"/>
          </a:xfrm>
          <a:prstGeom prst="rect">
            <a:avLst/>
          </a:prstGeom>
          <a:solidFill>
            <a:srgbClr val="E8ECF0"/>
          </a:solidFill>
          <a:ln w="12700">
            <a:solidFill>
              <a:srgbClr val="CCCCCC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77240"/>
            <a:ext cx="2377440" cy="4572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RDPlay 🇩🇴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261872"/>
            <a:ext cx="5669280" cy="3566160"/>
          </a:xfrm>
          <a:prstGeom prst="rect">
            <a:avLst/>
          </a:prstGeom>
          <a:solidFill>
            <a:srgbClr val="F0F2F5"/>
          </a:solidFill>
          <a:ln w="12700">
            <a:solidFill>
              <a:srgbClr val="DCDC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261872"/>
            <a:ext cx="109728" cy="3566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13716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trivia también tiene tres niveles: Modo tranquilo (3 preguntas), Reto criollo (8 preguntas) y Maestro de Quisqueya (12 preguntas). Solo para los verdaderos conocedores de la cultura dominicana.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" y="4864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Dispositivos Móviles  |  Grupo #3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64592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Lobby Multijugador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0275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" y="731520"/>
            <a:ext cx="2523744" cy="4663440"/>
          </a:xfrm>
          <a:prstGeom prst="rect">
            <a:avLst/>
          </a:prstGeom>
          <a:solidFill>
            <a:srgbClr val="E8ECF0"/>
          </a:solidFill>
          <a:ln w="12700">
            <a:solidFill>
              <a:srgbClr val="CCCCCC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77240"/>
            <a:ext cx="2377440" cy="4572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RDPlay 🇩🇴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261872"/>
            <a:ext cx="5669280" cy="3566160"/>
          </a:xfrm>
          <a:prstGeom prst="rect">
            <a:avLst/>
          </a:prstGeom>
          <a:solidFill>
            <a:srgbClr val="F0F2F5"/>
          </a:solidFill>
          <a:ln w="12700">
            <a:solidFill>
              <a:srgbClr val="DCDC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261872"/>
            <a:ext cx="109728" cy="3566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13716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lobby el jugador puede crear su propia sala o unirse a una existente usando un código. Además, detecta automáticamente dispositivos cercanos vía Bluetooth para organizar partidas en tiempo real.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" y="4864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Dispositivos Móviles  |  Grupo #3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64592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Pareja Criolla — Juego de Memoria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0275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" y="731520"/>
            <a:ext cx="2523744" cy="4663440"/>
          </a:xfrm>
          <a:prstGeom prst="rect">
            <a:avLst/>
          </a:prstGeom>
          <a:solidFill>
            <a:srgbClr val="E8ECF0"/>
          </a:solidFill>
          <a:ln w="12700">
            <a:solidFill>
              <a:srgbClr val="CCCCCC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77240"/>
            <a:ext cx="2377440" cy="4572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RDPlay 🇩🇴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261872"/>
            <a:ext cx="5669280" cy="3566160"/>
          </a:xfrm>
          <a:prstGeom prst="rect">
            <a:avLst/>
          </a:prstGeom>
          <a:solidFill>
            <a:srgbClr val="F0F2F5"/>
          </a:solidFill>
          <a:ln w="12700">
            <a:solidFill>
              <a:srgbClr val="DCDC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261872"/>
            <a:ext cx="109728" cy="3566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13716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Minijuego de memoria donde se deben encontrar los pares de íconos culturales dominicanos ocultos bajo las cartas. Cada par descubierto suma puntos. ¡Chinola, mangú y más te esperan!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" y="4864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Dispositivos Móviles  |  Grupo #3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64592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¡Dale el Orden! — Secuencia Histórica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0275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" y="731520"/>
            <a:ext cx="2523744" cy="4663440"/>
          </a:xfrm>
          <a:prstGeom prst="rect">
            <a:avLst/>
          </a:prstGeom>
          <a:solidFill>
            <a:srgbClr val="E8ECF0"/>
          </a:solidFill>
          <a:ln w="12700">
            <a:solidFill>
              <a:srgbClr val="CCCCCC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77240"/>
            <a:ext cx="2377440" cy="4572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RDPlay 🇩🇴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261872"/>
            <a:ext cx="5669280" cy="3566160"/>
          </a:xfrm>
          <a:prstGeom prst="rect">
            <a:avLst/>
          </a:prstGeom>
          <a:solidFill>
            <a:srgbClr val="F0F2F5"/>
          </a:solidFill>
          <a:ln w="12700">
            <a:solidFill>
              <a:srgbClr val="DCDC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261872"/>
            <a:ext cx="109728" cy="3566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13716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jugador ordena eventos clave de la historia dominicana en la secuencia correcta. Arrastra cada tarjeta y verifica el orden. ¡Un reto perfecto para poner a prueba la memoria histórica!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" y="4864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Dispositivos Móviles  |  Grupo #3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64592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Sala Multijugador — Anfitrión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0275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" y="731520"/>
            <a:ext cx="2523744" cy="4663440"/>
          </a:xfrm>
          <a:prstGeom prst="rect">
            <a:avLst/>
          </a:prstGeom>
          <a:solidFill>
            <a:srgbClr val="E8ECF0"/>
          </a:solidFill>
          <a:ln w="12700">
            <a:solidFill>
              <a:srgbClr val="CCCCCC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77240"/>
            <a:ext cx="2377440" cy="4572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RDPlay 🇩🇴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261872"/>
            <a:ext cx="5669280" cy="3566160"/>
          </a:xfrm>
          <a:prstGeom prst="rect">
            <a:avLst/>
          </a:prstGeom>
          <a:solidFill>
            <a:srgbClr val="F0F2F5"/>
          </a:solidFill>
          <a:ln w="12700">
            <a:solidFill>
              <a:srgbClr val="DCDC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261872"/>
            <a:ext cx="109728" cy="3566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13716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anfitrión crea una sala y comparte un código de 6 dígitos con sus amigos para que se unan. Cuando todos estén listos, se lanza la partida. La sala admite hasta 4 jugadores.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" y="4864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Dispositivos Móviles  |  Grupo #3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64592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¿Sabes o no sabes? — Trivia Cultural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0275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" y="731520"/>
            <a:ext cx="2523744" cy="4663440"/>
          </a:xfrm>
          <a:prstGeom prst="rect">
            <a:avLst/>
          </a:prstGeom>
          <a:solidFill>
            <a:srgbClr val="E8ECF0"/>
          </a:solidFill>
          <a:ln w="12700">
            <a:solidFill>
              <a:srgbClr val="CCCCCC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77240"/>
            <a:ext cx="2377440" cy="4572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RDPlay 🇩🇴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261872"/>
            <a:ext cx="5669280" cy="3566160"/>
          </a:xfrm>
          <a:prstGeom prst="rect">
            <a:avLst/>
          </a:prstGeom>
          <a:solidFill>
            <a:srgbClr val="F0F2F5"/>
          </a:solidFill>
          <a:ln w="12700">
            <a:solidFill>
              <a:srgbClr val="DCDC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261872"/>
            <a:ext cx="109728" cy="3566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13716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 de trivia con temporizador donde el jugador responde preguntas de cultura general dominicana. Cada pregunta ofrece 4 opciones y suma puntos al ranking. ¡El reloj corre, así que hay que pensar rápido!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" y="4864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Dispositivos Móviles  |  Grupo #3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64592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Ranking Global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321040" y="91440"/>
            <a:ext cx="475488" cy="4754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0275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" y="731520"/>
            <a:ext cx="2523744" cy="4663440"/>
          </a:xfrm>
          <a:prstGeom prst="rect">
            <a:avLst/>
          </a:prstGeom>
          <a:solidFill>
            <a:srgbClr val="E8ECF0"/>
          </a:solidFill>
          <a:ln w="12700">
            <a:solidFill>
              <a:srgbClr val="CCCCCC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777240"/>
            <a:ext cx="2377440" cy="4572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777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RDPlay 🇩🇴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261872"/>
            <a:ext cx="5669280" cy="3566160"/>
          </a:xfrm>
          <a:prstGeom prst="rect">
            <a:avLst/>
          </a:prstGeom>
          <a:solidFill>
            <a:srgbClr val="F0F2F5"/>
          </a:solidFill>
          <a:ln w="12700">
            <a:solidFill>
              <a:srgbClr val="DCDC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261872"/>
            <a:ext cx="109728" cy="3566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13716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jugador puede ver su posición en el ranking en tiempo real, comparando sus puntos acumulados en trivia, memoria y secuencia frente al resto de la comunidad. ¡La competencia arranca desde la primera partida!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" y="4864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Dispositivos Móviles  |  Grupo #3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337560"/>
            <a:ext cx="9144000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¡Gracias!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RDPlay 🇩🇴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por el Grupo #3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Dispositivos Móviles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· Memoria · Diversión dominicana en tu mano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786</Words>
  <Application>Microsoft Office PowerPoint</Application>
  <PresentationFormat>Presentación en pantalla (16:9)</PresentationFormat>
  <Paragraphs>98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RDPlay - App Móvil</dc:title>
  <dc:subject>PptxGenJS Presentation</dc:subject>
  <dc:creator>PptxGenJS</dc:creator>
  <cp:lastModifiedBy>Edgar</cp:lastModifiedBy>
  <cp:revision>3</cp:revision>
  <dcterms:created xsi:type="dcterms:W3CDTF">2026-04-15T01:13:38Z</dcterms:created>
  <dcterms:modified xsi:type="dcterms:W3CDTF">2026-04-15T01:47:20Z</dcterms:modified>
</cp:coreProperties>
</file>